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50406300" cy="13373100"/>
  <p:notesSz cx="6858000" cy="9144000"/>
  <p:embeddedFontLst>
    <p:embeddedFont>
      <p:font typeface="Montserrat Bold" charset="1" panose="00000800000000000000"/>
      <p:regular r:id="rId7"/>
    </p:embeddedFont>
    <p:embeddedFont>
      <p:font typeface="Montserrat Italics" charset="1" panose="00000500000000000000"/>
      <p:regular r:id="rId8"/>
    </p:embeddedFont>
    <p:embeddedFont>
      <p:font typeface="Montserrat Bold Italics" charset="1" panose="00000800000000000000"/>
      <p:regular r:id="rId9"/>
    </p:embeddedFont>
    <p:embeddedFont>
      <p:font typeface="Montserrat Semi-Bold" charset="1" panose="000007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66356" y="0"/>
            <a:ext cx="17273588" cy="13373100"/>
          </a:xfrm>
          <a:custGeom>
            <a:avLst/>
            <a:gdLst/>
            <a:ahLst/>
            <a:cxnLst/>
            <a:rect r="r" b="b" t="t" l="l"/>
            <a:pathLst>
              <a:path h="13373100" w="17273588">
                <a:moveTo>
                  <a:pt x="0" y="0"/>
                </a:moveTo>
                <a:lnTo>
                  <a:pt x="17273588" y="0"/>
                </a:lnTo>
                <a:lnTo>
                  <a:pt x="17273588" y="13373100"/>
                </a:lnTo>
                <a:lnTo>
                  <a:pt x="0" y="13373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7" t="-1469" r="-14261" b="-569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380887" y="929719"/>
            <a:ext cx="15644526" cy="11513661"/>
            <a:chOff x="0" y="0"/>
            <a:chExt cx="3169515" cy="23326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69514" cy="2332619"/>
            </a:xfrm>
            <a:custGeom>
              <a:avLst/>
              <a:gdLst/>
              <a:ahLst/>
              <a:cxnLst/>
              <a:rect r="r" b="b" t="t" l="l"/>
              <a:pathLst>
                <a:path h="2332619" w="3169514">
                  <a:moveTo>
                    <a:pt x="6809" y="0"/>
                  </a:moveTo>
                  <a:lnTo>
                    <a:pt x="3162706" y="0"/>
                  </a:lnTo>
                  <a:cubicBezTo>
                    <a:pt x="3166466" y="0"/>
                    <a:pt x="3169514" y="3048"/>
                    <a:pt x="3169514" y="6809"/>
                  </a:cubicBezTo>
                  <a:lnTo>
                    <a:pt x="3169514" y="2325810"/>
                  </a:lnTo>
                  <a:cubicBezTo>
                    <a:pt x="3169514" y="2329571"/>
                    <a:pt x="3166466" y="2332619"/>
                    <a:pt x="3162706" y="2332619"/>
                  </a:cubicBezTo>
                  <a:lnTo>
                    <a:pt x="6809" y="2332619"/>
                  </a:lnTo>
                  <a:cubicBezTo>
                    <a:pt x="3048" y="2332619"/>
                    <a:pt x="0" y="2329571"/>
                    <a:pt x="0" y="2325810"/>
                  </a:cubicBezTo>
                  <a:lnTo>
                    <a:pt x="0" y="6809"/>
                  </a:lnTo>
                  <a:cubicBezTo>
                    <a:pt x="0" y="3048"/>
                    <a:pt x="304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 w="131048" cap="sq">
              <a:gradFill>
                <a:gsLst>
                  <a:gs pos="0">
                    <a:srgbClr val="BC8727">
                      <a:alpha val="100000"/>
                    </a:srgbClr>
                  </a:gs>
                  <a:gs pos="50000">
                    <a:srgbClr val="FAE579">
                      <a:alpha val="100000"/>
                    </a:srgbClr>
                  </a:gs>
                  <a:gs pos="100000">
                    <a:srgbClr val="FEF6AA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3169515" cy="2323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5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779932" y="1236073"/>
            <a:ext cx="14846436" cy="10900954"/>
            <a:chOff x="0" y="0"/>
            <a:chExt cx="3007825" cy="22084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07825" cy="2208487"/>
            </a:xfrm>
            <a:custGeom>
              <a:avLst/>
              <a:gdLst/>
              <a:ahLst/>
              <a:cxnLst/>
              <a:rect r="r" b="b" t="t" l="l"/>
              <a:pathLst>
                <a:path h="2208487" w="3007825">
                  <a:moveTo>
                    <a:pt x="0" y="0"/>
                  </a:moveTo>
                  <a:lnTo>
                    <a:pt x="3007825" y="0"/>
                  </a:lnTo>
                  <a:lnTo>
                    <a:pt x="3007825" y="2208487"/>
                  </a:lnTo>
                  <a:lnTo>
                    <a:pt x="0" y="2208487"/>
                  </a:lnTo>
                  <a:close/>
                </a:path>
              </a:pathLst>
            </a:custGeom>
            <a:ln w="65524" cap="sq">
              <a:solidFill>
                <a:srgbClr val="00153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3007825" cy="2198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5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922893" y="1356717"/>
            <a:ext cx="1682291" cy="1572716"/>
            <a:chOff x="0" y="0"/>
            <a:chExt cx="13716000" cy="12822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716000" cy="12822615"/>
            </a:xfrm>
            <a:custGeom>
              <a:avLst/>
              <a:gdLst/>
              <a:ahLst/>
              <a:cxnLst/>
              <a:rect r="r" b="b" t="t" l="l"/>
              <a:pathLst>
                <a:path h="12822615" w="13716000">
                  <a:moveTo>
                    <a:pt x="6858000" y="0"/>
                  </a:moveTo>
                  <a:cubicBezTo>
                    <a:pt x="3070431" y="0"/>
                    <a:pt x="0" y="2870440"/>
                    <a:pt x="0" y="6411307"/>
                  </a:cubicBezTo>
                  <a:cubicBezTo>
                    <a:pt x="0" y="9952175"/>
                    <a:pt x="3070431" y="12822615"/>
                    <a:pt x="6858000" y="12822615"/>
                  </a:cubicBezTo>
                  <a:cubicBezTo>
                    <a:pt x="10645569" y="12822615"/>
                    <a:pt x="13716000" y="9952175"/>
                    <a:pt x="13716000" y="6411307"/>
                  </a:cubicBezTo>
                  <a:cubicBezTo>
                    <a:pt x="13716000" y="2870440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l="-5029" t="0" r="-107" b="-7654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29894253" y="1492373"/>
            <a:ext cx="1301403" cy="1301403"/>
          </a:xfrm>
          <a:custGeom>
            <a:avLst/>
            <a:gdLst/>
            <a:ahLst/>
            <a:cxnLst/>
            <a:rect r="r" b="b" t="t" l="l"/>
            <a:pathLst>
              <a:path h="1301403" w="1301403">
                <a:moveTo>
                  <a:pt x="0" y="0"/>
                </a:moveTo>
                <a:lnTo>
                  <a:pt x="1301403" y="0"/>
                </a:lnTo>
                <a:lnTo>
                  <a:pt x="1301403" y="1301403"/>
                </a:lnTo>
                <a:lnTo>
                  <a:pt x="0" y="1301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1284180" y="1533847"/>
            <a:ext cx="1218454" cy="1218454"/>
          </a:xfrm>
          <a:custGeom>
            <a:avLst/>
            <a:gdLst/>
            <a:ahLst/>
            <a:cxnLst/>
            <a:rect r="r" b="b" t="t" l="l"/>
            <a:pathLst>
              <a:path h="1218454" w="1218454">
                <a:moveTo>
                  <a:pt x="0" y="0"/>
                </a:moveTo>
                <a:lnTo>
                  <a:pt x="1218454" y="0"/>
                </a:lnTo>
                <a:lnTo>
                  <a:pt x="1218454" y="1218455"/>
                </a:lnTo>
                <a:lnTo>
                  <a:pt x="0" y="1218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19738011" y="7152388"/>
            <a:ext cx="11143496" cy="0"/>
          </a:xfrm>
          <a:prstGeom prst="line">
            <a:avLst/>
          </a:prstGeom>
          <a:ln cap="flat" w="28575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8900610" y="3353663"/>
            <a:ext cx="1515742" cy="2793426"/>
          </a:xfrm>
          <a:custGeom>
            <a:avLst/>
            <a:gdLst/>
            <a:ahLst/>
            <a:cxnLst/>
            <a:rect r="r" b="b" t="t" l="l"/>
            <a:pathLst>
              <a:path h="2793426" w="1515742">
                <a:moveTo>
                  <a:pt x="0" y="0"/>
                </a:moveTo>
                <a:lnTo>
                  <a:pt x="1515742" y="0"/>
                </a:lnTo>
                <a:lnTo>
                  <a:pt x="1515742" y="2793426"/>
                </a:lnTo>
                <a:lnTo>
                  <a:pt x="0" y="27934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3450" t="-57931" r="-44315" b="-2342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0416352" y="1651153"/>
            <a:ext cx="9573596" cy="102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1"/>
              </a:lnSpc>
            </a:pPr>
            <a:r>
              <a:rPr lang="en-US" b="true" sz="2276">
                <a:solidFill>
                  <a:srgbClr val="0015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Federación Médica Venezolana</a:t>
            </a:r>
          </a:p>
          <a:p>
            <a:pPr algn="ctr">
              <a:lnSpc>
                <a:spcPts val="2731"/>
              </a:lnSpc>
            </a:pPr>
            <a:r>
              <a:rPr lang="en-US" b="true" sz="2276">
                <a:solidFill>
                  <a:srgbClr val="0015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Colegio de Médicos del Estado Zulia</a:t>
            </a:r>
          </a:p>
          <a:p>
            <a:pPr algn="ctr">
              <a:lnSpc>
                <a:spcPts val="2731"/>
              </a:lnSpc>
            </a:pPr>
            <a:r>
              <a:rPr lang="en-US" b="true" sz="2276">
                <a:solidFill>
                  <a:srgbClr val="0015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Instituto de Estudios Médicos “Dr. Marco Tulio Torres Vera”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148081" y="3425107"/>
            <a:ext cx="10110138" cy="13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4"/>
              </a:lnSpc>
              <a:spcBef>
                <a:spcPct val="0"/>
              </a:spcBef>
            </a:pPr>
            <a:r>
              <a:rPr lang="en-US" b="true" sz="4053">
                <a:solidFill>
                  <a:srgbClr val="152A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JORNADAS MÉDICO CIENTÍFICAS “DÍA NACIONAL DEL MÉDICO 2026”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917822" y="5038855"/>
            <a:ext cx="10570655" cy="518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5"/>
              </a:lnSpc>
              <a:spcBef>
                <a:spcPct val="0"/>
              </a:spcBef>
            </a:pPr>
            <a:r>
              <a:rPr lang="en-US" sz="3118" i="true" u="sng">
                <a:solidFill>
                  <a:srgbClr val="152A6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“LIDERANDO EL CAMBIO EN LA MEDICINA ACTUAL”</a:t>
            </a:r>
          </a:p>
        </p:txBody>
      </p:sp>
      <p:sp>
        <p:nvSpPr>
          <p:cNvPr name="AutoShape 18" id="18"/>
          <p:cNvSpPr/>
          <p:nvPr/>
        </p:nvSpPr>
        <p:spPr>
          <a:xfrm>
            <a:off x="28156183" y="10711907"/>
            <a:ext cx="2485096" cy="8331"/>
          </a:xfrm>
          <a:prstGeom prst="line">
            <a:avLst/>
          </a:prstGeom>
          <a:ln cap="flat" w="28575">
            <a:solidFill>
              <a:srgbClr val="1A1A1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28320916" y="10150249"/>
            <a:ext cx="2155629" cy="600649"/>
          </a:xfrm>
          <a:custGeom>
            <a:avLst/>
            <a:gdLst/>
            <a:ahLst/>
            <a:cxnLst/>
            <a:rect r="r" b="b" t="t" l="l"/>
            <a:pathLst>
              <a:path h="600649" w="2155629">
                <a:moveTo>
                  <a:pt x="0" y="0"/>
                </a:moveTo>
                <a:lnTo>
                  <a:pt x="2155629" y="0"/>
                </a:lnTo>
                <a:lnTo>
                  <a:pt x="2155629" y="600649"/>
                </a:lnTo>
                <a:lnTo>
                  <a:pt x="0" y="6006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729" t="-444432" r="-16430" b="-126363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7982120" y="10753183"/>
            <a:ext cx="2905060" cy="292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4"/>
              </a:lnSpc>
              <a:spcBef>
                <a:spcPct val="0"/>
              </a:spcBef>
            </a:pPr>
            <a:r>
              <a:rPr lang="en-US" b="true" sz="1774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Dra. Nuris Gonzàlez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248963" y="11016655"/>
            <a:ext cx="2299535" cy="292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4"/>
              </a:lnSpc>
              <a:spcBef>
                <a:spcPct val="0"/>
              </a:spcBef>
            </a:pPr>
            <a:r>
              <a:rPr lang="en-US" b="true" sz="1774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Presidente del IEM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982334" y="11664658"/>
            <a:ext cx="4466297" cy="221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7"/>
              </a:lnSpc>
            </a:pPr>
            <a:r>
              <a:rPr lang="en-US" b="true" sz="1341" i="true" spc="14">
                <a:solidFill>
                  <a:srgbClr val="000000">
                    <a:alpha val="49804"/>
                  </a:srgbClr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Maracaibo 04 al 09 de Marzo de 2026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9381773" y="1533847"/>
            <a:ext cx="948462" cy="1218454"/>
          </a:xfrm>
          <a:custGeom>
            <a:avLst/>
            <a:gdLst/>
            <a:ahLst/>
            <a:cxnLst/>
            <a:rect r="r" b="b" t="t" l="l"/>
            <a:pathLst>
              <a:path h="1218454" w="948462">
                <a:moveTo>
                  <a:pt x="0" y="0"/>
                </a:moveTo>
                <a:lnTo>
                  <a:pt x="948461" y="0"/>
                </a:lnTo>
                <a:lnTo>
                  <a:pt x="948461" y="1218455"/>
                </a:lnTo>
                <a:lnTo>
                  <a:pt x="0" y="12184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9385985" y="1575322"/>
            <a:ext cx="948462" cy="1218454"/>
          </a:xfrm>
          <a:custGeom>
            <a:avLst/>
            <a:gdLst/>
            <a:ahLst/>
            <a:cxnLst/>
            <a:rect r="r" b="b" t="t" l="l"/>
            <a:pathLst>
              <a:path h="1218454" w="948462">
                <a:moveTo>
                  <a:pt x="0" y="0"/>
                </a:moveTo>
                <a:lnTo>
                  <a:pt x="948462" y="0"/>
                </a:lnTo>
                <a:lnTo>
                  <a:pt x="948462" y="1218454"/>
                </a:lnTo>
                <a:lnTo>
                  <a:pt x="0" y="12184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9519121" y="10024425"/>
            <a:ext cx="7020120" cy="1284278"/>
            <a:chOff x="0" y="0"/>
            <a:chExt cx="9360160" cy="1712371"/>
          </a:xfrm>
        </p:grpSpPr>
        <p:sp>
          <p:nvSpPr>
            <p:cNvPr name="AutoShape 26" id="26"/>
            <p:cNvSpPr/>
            <p:nvPr/>
          </p:nvSpPr>
          <p:spPr>
            <a:xfrm>
              <a:off x="544370" y="947483"/>
              <a:ext cx="2864466" cy="9603"/>
            </a:xfrm>
            <a:prstGeom prst="line">
              <a:avLst/>
            </a:prstGeom>
            <a:ln cap="flat" w="43683">
              <a:solidFill>
                <a:srgbClr val="1A1A1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852701" y="255269"/>
              <a:ext cx="2247806" cy="692214"/>
            </a:xfrm>
            <a:custGeom>
              <a:avLst/>
              <a:gdLst/>
              <a:ahLst/>
              <a:cxnLst/>
              <a:rect r="r" b="b" t="t" l="l"/>
              <a:pathLst>
                <a:path h="692214" w="2247806">
                  <a:moveTo>
                    <a:pt x="0" y="0"/>
                  </a:moveTo>
                  <a:lnTo>
                    <a:pt x="2247805" y="0"/>
                  </a:lnTo>
                  <a:lnTo>
                    <a:pt x="2247805" y="692214"/>
                  </a:lnTo>
                  <a:lnTo>
                    <a:pt x="0" y="692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343" r="0" b="-3484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0" y="1029028"/>
              <a:ext cx="3953207" cy="322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48"/>
                </a:lnSpc>
                <a:spcBef>
                  <a:spcPct val="0"/>
                </a:spcBef>
              </a:pPr>
              <a:r>
                <a:rPr lang="en-US" b="true" sz="892">
                  <a:solidFill>
                    <a:srgbClr val="1A1A1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Dra. Dianela Parra de Ávila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235316" y="1389627"/>
              <a:ext cx="3482575" cy="322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48"/>
                </a:lnSpc>
                <a:spcBef>
                  <a:spcPct val="0"/>
                </a:spcBef>
              </a:pPr>
              <a:r>
                <a:rPr lang="en-US" b="true" sz="892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Presidente del Comezu</a:t>
              </a:r>
            </a:p>
          </p:txBody>
        </p:sp>
        <p:sp>
          <p:nvSpPr>
            <p:cNvPr name="AutoShape 30" id="30"/>
            <p:cNvSpPr/>
            <p:nvPr/>
          </p:nvSpPr>
          <p:spPr>
            <a:xfrm>
              <a:off x="6224442" y="968425"/>
              <a:ext cx="2739055" cy="0"/>
            </a:xfrm>
            <a:prstGeom prst="line">
              <a:avLst/>
            </a:prstGeom>
            <a:ln cap="flat" w="43683">
              <a:solidFill>
                <a:srgbClr val="1A1A1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6425053" y="0"/>
              <a:ext cx="2538444" cy="1136397"/>
            </a:xfrm>
            <a:custGeom>
              <a:avLst/>
              <a:gdLst/>
              <a:ahLst/>
              <a:cxnLst/>
              <a:rect r="r" b="b" t="t" l="l"/>
              <a:pathLst>
                <a:path h="1136397" w="2538444">
                  <a:moveTo>
                    <a:pt x="0" y="0"/>
                  </a:moveTo>
                  <a:lnTo>
                    <a:pt x="2538444" y="0"/>
                  </a:lnTo>
                  <a:lnTo>
                    <a:pt x="2538444" y="1136397"/>
                  </a:lnTo>
                  <a:lnTo>
                    <a:pt x="0" y="1136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5827778" y="1332499"/>
              <a:ext cx="3532382" cy="3798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44"/>
                </a:lnSpc>
                <a:spcBef>
                  <a:spcPct val="0"/>
                </a:spcBef>
              </a:pPr>
              <a:r>
                <a:rPr lang="en-US" b="true" sz="1031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Secretaria General 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6078511" y="1036519"/>
              <a:ext cx="3030916" cy="3798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44"/>
                </a:lnSpc>
                <a:spcBef>
                  <a:spcPct val="0"/>
                </a:spcBef>
              </a:pPr>
              <a:r>
                <a:rPr lang="en-US" b="true" sz="1031">
                  <a:solidFill>
                    <a:srgbClr val="1A1A1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Dra. Mercedes Diaz</a:t>
              </a:r>
            </a:p>
          </p:txBody>
        </p:sp>
        <p:sp>
          <p:nvSpPr>
            <p:cNvPr name="Freeform 34" id="34"/>
            <p:cNvSpPr/>
            <p:nvPr/>
          </p:nvSpPr>
          <p:spPr>
            <a:xfrm flipH="false" flipV="false" rot="0">
              <a:off x="838614" y="247854"/>
              <a:ext cx="2247806" cy="692214"/>
            </a:xfrm>
            <a:custGeom>
              <a:avLst/>
              <a:gdLst/>
              <a:ahLst/>
              <a:cxnLst/>
              <a:rect r="r" b="b" t="t" l="l"/>
              <a:pathLst>
                <a:path h="692214" w="2247806">
                  <a:moveTo>
                    <a:pt x="0" y="0"/>
                  </a:moveTo>
                  <a:lnTo>
                    <a:pt x="2247806" y="0"/>
                  </a:lnTo>
                  <a:lnTo>
                    <a:pt x="2247806" y="692214"/>
                  </a:lnTo>
                  <a:lnTo>
                    <a:pt x="0" y="692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343" r="0" b="-3484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6425053" y="25763"/>
              <a:ext cx="2538444" cy="1136397"/>
            </a:xfrm>
            <a:custGeom>
              <a:avLst/>
              <a:gdLst/>
              <a:ahLst/>
              <a:cxnLst/>
              <a:rect r="r" b="b" t="t" l="l"/>
              <a:pathLst>
                <a:path h="1136397" w="2538444">
                  <a:moveTo>
                    <a:pt x="0" y="0"/>
                  </a:moveTo>
                  <a:lnTo>
                    <a:pt x="2538444" y="0"/>
                  </a:lnTo>
                  <a:lnTo>
                    <a:pt x="2538444" y="1136397"/>
                  </a:lnTo>
                  <a:lnTo>
                    <a:pt x="0" y="1136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28320916" y="10141591"/>
            <a:ext cx="2155629" cy="600649"/>
          </a:xfrm>
          <a:custGeom>
            <a:avLst/>
            <a:gdLst/>
            <a:ahLst/>
            <a:cxnLst/>
            <a:rect r="r" b="b" t="t" l="l"/>
            <a:pathLst>
              <a:path h="600649" w="2155629">
                <a:moveTo>
                  <a:pt x="0" y="0"/>
                </a:moveTo>
                <a:lnTo>
                  <a:pt x="2155629" y="0"/>
                </a:lnTo>
                <a:lnTo>
                  <a:pt x="2155629" y="600649"/>
                </a:lnTo>
                <a:lnTo>
                  <a:pt x="0" y="6006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729" t="-444432" r="-16430" b="-126363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8958242" y="7305734"/>
            <a:ext cx="12489817" cy="224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6"/>
              </a:lnSpc>
              <a:spcBef>
                <a:spcPct val="0"/>
              </a:spcBef>
            </a:pPr>
            <a:r>
              <a:rPr lang="en-US" b="true" sz="214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Por su participación </a:t>
            </a:r>
            <a:r>
              <a:rPr lang="en-US" b="true" sz="2140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 [NOMBRE_JORNADA]                      </a:t>
            </a:r>
            <a:r>
              <a:rPr lang="en-US" b="true" sz="214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</a:t>
            </a:r>
            <a:r>
              <a:rPr lang="en-US" b="true" sz="214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realizadas en el </a:t>
            </a:r>
            <a:r>
              <a:rPr lang="en-US" b="true" sz="214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Colegio de Médicos del Estado Zulia, del</a:t>
            </a:r>
            <a:r>
              <a:rPr lang="en-US" b="true" sz="2140">
                <a:solidFill>
                  <a:srgbClr val="007ED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[FECHA_INICIO] al [FECHA_FINAL]</a:t>
            </a:r>
            <a:r>
              <a:rPr lang="en-US" b="true" sz="214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 la ciudad de Maracaibo, Edo. Zulia, contribuyendo significativamente al fortalecimiento del saber médico y científico nacional.</a:t>
            </a:r>
          </a:p>
          <a:p>
            <a:pPr algn="ctr">
              <a:lnSpc>
                <a:spcPts val="2996"/>
              </a:lnSpc>
              <a:spcBef>
                <a:spcPct val="0"/>
              </a:spcBef>
            </a:pPr>
          </a:p>
          <a:p>
            <a:pPr algn="ctr">
              <a:lnSpc>
                <a:spcPts val="2996"/>
              </a:lnSpc>
              <a:spcBef>
                <a:spcPct val="0"/>
              </a:spcBef>
            </a:pPr>
            <a:r>
              <a:rPr lang="en-US" b="true" sz="2140">
                <a:solidFill>
                  <a:srgbClr val="007ED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___</a:t>
            </a:r>
            <a:r>
              <a:rPr lang="en-US" b="true" sz="214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</a:t>
            </a:r>
            <a:r>
              <a:rPr lang="en-US" b="true" sz="2140">
                <a:solidFill>
                  <a:srgbClr val="007ED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[UC]</a:t>
            </a:r>
            <a:r>
              <a:rPr lang="en-US" b="true" sz="2140">
                <a:solidFill>
                  <a:srgbClr val="008EE8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de la</a:t>
            </a:r>
            <a:r>
              <a:rPr lang="en-US" b="true" sz="214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</a:t>
            </a:r>
            <a:r>
              <a:rPr lang="en-US" b="true" sz="2140">
                <a:solidFill>
                  <a:srgbClr val="004A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FMV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779932" y="6506320"/>
            <a:ext cx="14846436" cy="584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2"/>
              </a:lnSpc>
              <a:spcBef>
                <a:spcPct val="0"/>
              </a:spcBef>
            </a:pPr>
            <a:r>
              <a:rPr lang="en-US" b="true" sz="349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[NOMBRE_DOCTOR]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DAHEx0qwrAw</dc:identifier>
  <dcterms:modified xsi:type="dcterms:W3CDTF">2011-08-01T06:04:30Z</dcterms:modified>
  <cp:revision>1</cp:revision>
  <dc:title>(Lote 1) Copia de CERTIFICADO PARTICIPANTES</dc:title>
</cp:coreProperties>
</file>