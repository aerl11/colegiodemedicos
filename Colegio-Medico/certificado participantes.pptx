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letter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2286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2734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6856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53039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2498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8758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7576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7265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9172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6609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1502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94E75-8735-4BAB-9193-F31B5A681258}" type="datetimeFigureOut">
              <a:rPr lang="es-VE" smtClean="0"/>
              <a:t>8/10/2026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3C5FE-6675-49C8-BF9E-7609C51A5B4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1729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54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Carta (216 x 279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Dianela Parra</dc:creator>
  <cp:lastModifiedBy>Dianela Parra</cp:lastModifiedBy>
  <cp:revision>1</cp:revision>
  <dcterms:created xsi:type="dcterms:W3CDTF">2026-10-08T19:43:46Z</dcterms:created>
  <dcterms:modified xsi:type="dcterms:W3CDTF">2026-10-08T19:44:31Z</dcterms:modified>
</cp:coreProperties>
</file>